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Updates 03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Toy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Our goal is a differentiable Monte Carlo simulation: a program that takes n and gamma as inputs</a:t>
            </a:r>
          </a:p>
          <a:p>
            <a:pPr>
              <a:spcAft>
                <a:spcPts val="600"/>
              </a:spcAft>
              <a:defRPr sz="1800"/>
            </a:pPr>
            <a:r>
              <a:t>and returns a loss function that is optimizable with respect to both.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To build intuition, I first worked through some toy examples of the optimization idea.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For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I created a simple program that samples n from a N(n, sigma) distribution,</a:t>
            </a:r>
          </a:p>
          <a:p>
            <a:pPr>
              <a:spcAft>
                <a:spcPts val="600"/>
              </a:spcAft>
              <a:defRPr sz="1800"/>
            </a:pPr>
            <a:r>
              <a:t>uses that sample to run a for loop that adds +1 to a prediction at each iteration,</a:t>
            </a:r>
          </a:p>
          <a:p>
            <a:pPr>
              <a:spcAft>
                <a:spcPts val="600"/>
              </a:spcAft>
              <a:defRPr sz="1800"/>
            </a:pPr>
            <a:r>
              <a:t>and then compares the prediction against a target.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    sample = normal(mean=n, std=sigma)</a:t>
            </a:r>
          </a:p>
          <a:p>
            <a:pPr>
              <a:spcAft>
                <a:spcPts val="600"/>
              </a:spcAft>
              <a:defRPr sz="1800"/>
            </a:pPr>
            <a:r>
              <a:t>    pred = 0</a:t>
            </a:r>
          </a:p>
          <a:p>
            <a:pPr>
              <a:spcAft>
                <a:spcPts val="600"/>
              </a:spcAft>
              <a:defRPr sz="1800"/>
            </a:pPr>
            <a:r>
              <a:t>    for i in range(round(sample)):</a:t>
            </a:r>
          </a:p>
          <a:p>
            <a:pPr>
              <a:spcAft>
                <a:spcPts val="600"/>
              </a:spcAft>
              <a:defRPr sz="1800"/>
            </a:pPr>
            <a:r>
              <a:t>        pred = pred + 1</a:t>
            </a:r>
          </a:p>
          <a:p>
            <a:pPr>
              <a:spcAft>
                <a:spcPts val="600"/>
              </a:spcAft>
              <a:defRPr sz="1800"/>
            </a:pPr>
            <a:r>
              <a:t>    loss = (pred - target)^2</a:t>
            </a:r>
          </a:p>
          <a:p>
            <a:pPr>
              <a:spcAft>
                <a:spcPts val="600"/>
              </a:spcAft>
              <a:defRPr sz="1800"/>
            </a:pPr>
            <a:r>
              <a:t>    # backprop loss -&gt; optimize 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22960"/>
            <a:ext cx="5486400" cy="1792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For n — Results</a:t>
            </a:r>
          </a:p>
        </p:txBody>
      </p:sp>
      <p:pic>
        <p:nvPicPr>
          <p:cNvPr id="3" name="Picture 2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33327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For sigma</a:t>
            </a:r>
          </a:p>
        </p:txBody>
      </p:sp>
      <p:pic>
        <p:nvPicPr>
          <p:cNvPr id="3" name="Picture 2" descr="im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18987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For sigma</a:t>
            </a:r>
          </a:p>
        </p:txBody>
      </p:sp>
      <p:pic>
        <p:nvPicPr>
          <p:cNvPr id="3" name="Picture 2" descr="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2826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For sigma</a:t>
            </a:r>
          </a:p>
        </p:txBody>
      </p:sp>
      <p:pic>
        <p:nvPicPr>
          <p:cNvPr id="3" name="Picture 2" descr="im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65158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For sigma</a:t>
            </a:r>
          </a:p>
        </p:txBody>
      </p:sp>
      <p:pic>
        <p:nvPicPr>
          <p:cNvPr id="3" name="Picture 2" descr="im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49350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For sigma</a:t>
            </a:r>
          </a:p>
        </p:txBody>
      </p:sp>
      <p:pic>
        <p:nvPicPr>
          <p:cNvPr id="3" name="Picture 2" descr="im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41991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EDA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Data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Once I had the data, I began analyzing it.</a:t>
            </a:r>
          </a:p>
          <a:p>
            <a:pPr>
              <a:spcAft>
                <a:spcPts val="600"/>
              </a:spcAft>
              <a:defRPr sz="1800"/>
            </a:pPr>
            <a:r>
              <a:t>I built a single DataFrame with all experiments: 2 lasers (1 nW and 3 nW),</a:t>
            </a:r>
          </a:p>
          <a:p>
            <a:pPr>
              <a:spcAft>
                <a:spcPts val="600"/>
              </a:spcAft>
              <a:defRPr sz="1800"/>
            </a:pPr>
            <a:r>
              <a:t>each measured across transmissions of [5, 10, 20, 40, 60, 80, 100].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Experimental data overview</a:t>
            </a:r>
          </a:p>
        </p:txBody>
      </p:sp>
      <p:pic>
        <p:nvPicPr>
          <p:cNvPr id="3" name="Picture 2" descr="imag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16296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Experimental data overview (2)</a:t>
            </a:r>
          </a:p>
        </p:txBody>
      </p:sp>
      <p:pic>
        <p:nvPicPr>
          <p:cNvPr id="3" name="Picture 2" descr="imag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39828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Amount of runs per PLE (with failed fwhm)</a:t>
            </a:r>
          </a:p>
        </p:txBody>
      </p:sp>
      <p:pic>
        <p:nvPicPr>
          <p:cNvPr id="3" name="Picture 2" descr="im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485156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Success rate vs. transmission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Higher transmission yields fewer NaN values (failed fits) in both cases.</a:t>
            </a:r>
          </a:p>
        </p:txBody>
      </p:sp>
      <p:pic>
        <p:nvPicPr>
          <p:cNvPr id="4" name="Picture 3" descr="imag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22960"/>
            <a:ext cx="5486400" cy="318238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FWHM distribution per experiment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Using log scale</a:t>
            </a:r>
          </a:p>
        </p:txBody>
      </p:sp>
      <p:pic>
        <p:nvPicPr>
          <p:cNvPr id="3" name="Picture 2" descr="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38009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The FWHM values are widely spread, so log scaling is appropriate.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Distributions — High transmission gives clean FWHM</a:t>
            </a:r>
          </a:p>
        </p:txBody>
      </p:sp>
      <p:pic>
        <p:nvPicPr>
          <p:cNvPr id="3" name="Picture 2" descr="imag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380097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Distributions (2)</a:t>
            </a:r>
          </a:p>
        </p:txBody>
      </p:sp>
      <p:pic>
        <p:nvPicPr>
          <p:cNvPr id="3" name="Picture 2" descr="im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37455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FWHM vs. fit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The smaller the FWHM, the higher the fit error —</a:t>
            </a:r>
          </a:p>
          <a:p>
            <a:pPr>
              <a:spcAft>
                <a:spcPts val="600"/>
              </a:spcAft>
              <a:defRPr sz="1800"/>
            </a:pPr>
            <a:r>
              <a:t>this is especially pronounced for the extremely small values.</a:t>
            </a:r>
          </a:p>
        </p:txBody>
      </p:sp>
      <p:pic>
        <p:nvPicPr>
          <p:cNvPr id="4" name="Picture 3" descr="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22960"/>
            <a:ext cx="5486400" cy="316651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Good news!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Key finding: the FWHM are continuous values, not binned as we had assumed.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This simplifies the final loss significantly.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MMD²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What is MMD²?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I found a loss function that compares two lists of samples and tested whether it optimizes on real data,</a:t>
            </a:r>
          </a:p>
          <a:p>
            <a:pPr>
              <a:spcAft>
                <a:spcPts val="600"/>
              </a:spcAft>
              <a:defRPr sz="1800"/>
            </a:pPr>
            <a:r>
              <a:t>using (df["transmission"] == 60) &amp; (df["power_nW"] == 3).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MMD² (Maximum Mean Discrepancy) measures how different two sets of samples are,</a:t>
            </a:r>
          </a:p>
          <a:p>
            <a:pPr>
              <a:spcAft>
                <a:spcPts val="600"/>
              </a:spcAft>
              <a:defRPr sz="1800"/>
            </a:pPr>
            <a:r>
              <a:t>without needing to know their underlying distributions.</a:t>
            </a:r>
          </a:p>
          <a:p>
            <a:pPr>
              <a:spcAft>
                <a:spcPts val="600"/>
              </a:spcAft>
              <a:defRPr sz="1800"/>
            </a:pPr>
            <a:r>
              <a:t>It maps the samples into a feature space via a kernel (here a Gaussian/RBF kernel)</a:t>
            </a:r>
          </a:p>
          <a:p>
            <a:pPr>
              <a:spcAft>
                <a:spcPts val="600"/>
              </a:spcAft>
              <a:defRPr sz="1800"/>
            </a:pPr>
            <a:r>
              <a:t>and compares their mean embeddings: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    MMD²(X, Y) = mean(k(x, x')) + mean(k(y, y')) - 2 * mean(k(x, y))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It is 0 when the two sample sets come from the same distribution and grows as they diverge.</a:t>
            </a:r>
          </a:p>
          <a:p>
            <a:pPr>
              <a:spcAft>
                <a:spcPts val="600"/>
              </a:spcAft>
              <a:defRPr sz="1800"/>
            </a:pPr>
            <a:r>
              <a:t>Because it is built from a smooth kernel, it is differentiable —</a:t>
            </a:r>
          </a:p>
          <a:p>
            <a:pPr>
              <a:spcAft>
                <a:spcPts val="600"/>
              </a:spcAft>
              <a:defRPr sz="1800"/>
            </a:pPr>
            <a:r>
              <a:t>which is exactly what we need to backpropagate through and optimize.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Development plot for test</a:t>
            </a:r>
          </a:p>
        </p:txBody>
      </p:sp>
      <p:pic>
        <p:nvPicPr>
          <p:cNvPr id="3" name="Picture 2" descr="im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49876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</a:p>
        </p:txBody>
      </p:sp>
      <p:pic>
        <p:nvPicPr>
          <p:cNvPr id="3" name="Picture 2" descr="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540017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</a:p>
        </p:txBody>
      </p:sp>
      <p:pic>
        <p:nvPicPr>
          <p:cNvPr id="3" name="Picture 2" descr="im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512717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</a:p>
        </p:txBody>
      </p:sp>
      <p:pic>
        <p:nvPicPr>
          <p:cNvPr id="3" name="Picture 2" descr="im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512717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</a:p>
        </p:txBody>
      </p:sp>
      <p:pic>
        <p:nvPicPr>
          <p:cNvPr id="3" name="Picture 2" descr="im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0972800" cy="512717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Sigma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The choice of sigma in the loss affects the result.</a:t>
            </a:r>
          </a:p>
          <a:p>
            <a:pPr>
              <a:spcAft>
                <a:spcPts val="600"/>
              </a:spcAft>
              <a:defRPr sz="1800"/>
            </a:pPr>
            <a:r>
              <a:t>This warrants further experimentation.</a:t>
            </a:r>
          </a:p>
        </p:txBody>
      </p:sp>
      <p:pic>
        <p:nvPicPr>
          <p:cNvPr id="4" name="Picture 3" descr="im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22960"/>
            <a:ext cx="5486400" cy="272243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It works: dLoss/dFWHM is computed.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The next step is dFWHM / dfrequencies.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Gamma differentiable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800"/>
            </a:pPr>
            <a:r>
              <a:t>We test it by creating a true gamma distribution</a:t>
            </a:r>
          </a:p>
          <a:p>
            <a:pPr>
              <a:spcAft>
                <a:spcPts val="600"/>
              </a:spcAft>
              <a:defRPr sz="1800"/>
            </a:pPr>
            <a:r>
              <a:t>and building the MMD² loss from it.</a:t>
            </a:r>
          </a:p>
        </p:txBody>
      </p:sp>
      <p:pic>
        <p:nvPicPr>
          <p:cNvPr id="4" name="Picture 3" descr="im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22960"/>
            <a:ext cx="5486400" cy="1799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